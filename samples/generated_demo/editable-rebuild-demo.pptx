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 i="0"/>
              <a:t>NotebookLM PPT Workbench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1371600"/>
                <a:gridCol w="1371600"/>
              </a:tblGrid>
              <a:tr h="514350">
                <a:tc gridSpan="2">
                  <a:txBody>
                    <a:bodyPr/>
                    <a:lstStyle/>
                    <a:p>
                      <a:r>
                        <a:rPr sz="1800" b="1"/>
                        <a:t>Commercial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Operations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Customer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Region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Utilization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NPS</a:t>
                      </a:r>
                    </a:p>
                  </a:txBody>
                  <a:tcPr>
                    <a:solidFill>
                      <a:srgbClr val="E9EEF7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 rowSpan="2">
                  <a:txBody>
                    <a:bodyPr/>
                    <a:lstStyle/>
                    <a:p>
                      <a:r>
                        <a:rPr sz="1800" b="0"/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0"/>
                        <a:t>APAC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0"/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0"/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EMEA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0"/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0"/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8B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 i="0"/>
              <a:t>Platform capabilities</a:t>
            </a:r>
          </a:p>
        </p:txBody>
      </p:sp>
      <p:pic>
        <p:nvPicPr>
          <p:cNvPr id="3" name="Picture 2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783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Fast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1945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Spin up a deck workspace in minutes.</a:t>
            </a:r>
          </a:p>
        </p:txBody>
      </p:sp>
      <p:pic>
        <p:nvPicPr>
          <p:cNvPr id="6" name="Picture 5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7830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Safer exports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Rebuild editable slides after NotebookLM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